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·  OUR THESIS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 are not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ratio of correct answers.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 config / proximity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965960"/>
            <a:ext cx="4818888" cy="868680"/>
          </a:xfrm>
          <a:prstGeom prst="roundRect">
            <a:avLst>
              <a:gd name="adj" fmla="val 8421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1965960"/>
            <a:ext cx="73152" cy="86868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2084832"/>
            <a:ext cx="4498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Quizzes sample thin outputs. Real competence is proximity to a useful cognitive configuration — retrievable, applicable, transformable under pressure.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1480" y="3017520"/>
            <a:ext cx="2336292" cy="1600200"/>
          </a:xfrm>
          <a:prstGeom prst="roundRect">
            <a:avLst>
              <a:gd name="adj" fmla="val 4571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321868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 CONFIG 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" y="3611880"/>
            <a:ext cx="200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Holistic state of mind — not a scoreboard of right/wrong items.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94076" y="3017520"/>
            <a:ext cx="2336292" cy="1600200"/>
          </a:xfrm>
          <a:prstGeom prst="roundRect">
            <a:avLst>
              <a:gd name="adj" fmla="val 4571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58668" y="321868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PROXIMITY, NOT 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58668" y="3611880"/>
            <a:ext cx="200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model that measures distance to a learning model — a cognitive target — not pass-rate.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·  HOW WE TEST IT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 that make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measurable.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 / cognition layers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417320"/>
            <a:ext cx="4818888" cy="987552"/>
          </a:xfrm>
          <a:prstGeom prst="roundRect">
            <a:avLst>
              <a:gd name="adj" fmla="val 7407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496" y="167335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C2130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16733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24712" y="156362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Work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24712" y="1874520"/>
            <a:ext cx="3904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layer. Artifacts, tool traces, and think-aloud — evidence of work, not a multiple-choice snapshot.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514600"/>
            <a:ext cx="4818888" cy="987552"/>
          </a:xfrm>
          <a:prstGeom prst="roundRect">
            <a:avLst>
              <a:gd name="adj" fmla="val 7407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9496" y="277063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C2130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" y="27706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CB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24712" y="266090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Human Cognition Analysis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24712" y="2971800"/>
            <a:ext cx="3904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linearity analysis. How we capture thought is decisive — Selective Thought Interface.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3611880"/>
            <a:ext cx="4818888" cy="987552"/>
          </a:xfrm>
          <a:prstGeom prst="roundRect">
            <a:avLst>
              <a:gd name="adj" fmla="val 7407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9496" y="386791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1C2130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3867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B8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" y="375818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Model · Trace Interruptions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24712" y="4069080"/>
            <a:ext cx="3904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World-model style. Trace interruptions probe gaps mid-reasoning — and measure how interruption changes learning effectiveness.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·  PRODUCTIZED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surfaces in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product primitives.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 / interaction model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417320"/>
            <a:ext cx="4818888" cy="1554480"/>
          </a:xfrm>
          <a:prstGeom prst="roundRect">
            <a:avLst>
              <a:gd name="adj" fmla="val 4706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1554480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 OF WORK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828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Submit–Stash interaction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2648" y="2212848"/>
            <a:ext cx="4416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answers continuously. Learner (or agent) signals submit or stash — scoring attaches to intent, not just final paste.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3154680"/>
            <a:ext cx="4818888" cy="1554480"/>
          </a:xfrm>
          <a:prstGeom prst="roundRect">
            <a:avLst>
              <a:gd name="adj" fmla="val 4706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3291840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CB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SELECTIVE THOUGHT INTERFACE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" y="356616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inside TAP &amp; ILE tools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" y="3950208"/>
            <a:ext cx="4416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method is the product. Thought UI lives inside Think Aloud Protocol and Integrated Learning Environment tool surfaces — not a bolt-on form.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·  HOW THEY'RE USED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surfaces.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 map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280160"/>
            <a:ext cx="2336292" cy="1024128"/>
          </a:xfrm>
          <a:prstGeom prst="roundRect">
            <a:avLst>
              <a:gd name="adj" fmla="val 7143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" y="1444752"/>
            <a:ext cx="204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 API gates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7784" y="1755648"/>
            <a:ext cx="2043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score + submit/stash into hiring, cert, or CI pipelines.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94076" y="1280160"/>
            <a:ext cx="2336292" cy="1024128"/>
          </a:xfrm>
          <a:prstGeom prst="roundRect">
            <a:avLst>
              <a:gd name="adj" fmla="val 7143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0380" y="1444752"/>
            <a:ext cx="204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sessions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40380" y="1755648"/>
            <a:ext cx="2043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Shareable think-aloud links for live human verification.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423160"/>
            <a:ext cx="2336292" cy="1024128"/>
          </a:xfrm>
          <a:prstGeom prst="roundRect">
            <a:avLst>
              <a:gd name="adj" fmla="val 7143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" y="2587752"/>
            <a:ext cx="204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 practice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7784" y="2898648"/>
            <a:ext cx="2043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Coached scenarios as take-home / quiz replacements.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94076" y="2423160"/>
            <a:ext cx="2336292" cy="1024128"/>
          </a:xfrm>
          <a:prstGeom prst="roundRect">
            <a:avLst>
              <a:gd name="adj" fmla="val 7143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40380" y="2587752"/>
            <a:ext cx="204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/ courses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040380" y="2898648"/>
            <a:ext cx="2043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+ proximity scoring inside existing learning paths.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566160"/>
            <a:ext cx="2336292" cy="1024128"/>
          </a:xfrm>
          <a:prstGeom prst="roundRect">
            <a:avLst>
              <a:gd name="adj" fmla="val 7143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3730752"/>
            <a:ext cx="204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7784" y="4041648"/>
            <a:ext cx="2043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and sales/tech readiness scored on real work traces.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94076" y="3566160"/>
            <a:ext cx="2336292" cy="1024128"/>
          </a:xfrm>
          <a:prstGeom prst="roundRect">
            <a:avLst>
              <a:gd name="adj" fmla="val 7143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40380" y="3730752"/>
            <a:ext cx="204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040380" y="4041648"/>
            <a:ext cx="2043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PoW + interruption loop for tool-use and skill.md iteration.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Pitch — Learning World Model</dc:title>
  <dc:subject>Thesis, method, productization, integrations</dc:subject>
  <dc:creator>Uncertain Systems</dc:creator>
  <cp:lastModifiedBy>Uncertain Systems</cp:lastModifiedBy>
  <cp:revision>1</cp:revision>
  <dcterms:created xsi:type="dcterms:W3CDTF">2026-07-18T15:46:29Z</dcterms:created>
  <dcterms:modified xsi:type="dcterms:W3CDTF">2026-07-18T15:46:29Z</dcterms:modified>
</cp:coreProperties>
</file>